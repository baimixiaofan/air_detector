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6" r:id="rId5"/>
    <p:sldId id="264" r:id="rId6"/>
    <p:sldId id="262" r:id="rId7"/>
    <p:sldId id="258" r:id="rId8"/>
    <p:sldId id="259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378" autoAdjust="0"/>
  </p:normalViewPr>
  <p:slideViewPr>
    <p:cSldViewPr snapToGrid="0">
      <p:cViewPr varScale="1">
        <p:scale>
          <a:sx n="96" d="100"/>
          <a:sy n="96" d="100"/>
        </p:scale>
        <p:origin x="69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503D9-2158-4CA3-95A0-0C21E58B1721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025274-6A2F-4900-BCD0-9AE6A2C4B4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70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itydev.gbqyun.com/index/chongq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72381" y="1852328"/>
            <a:ext cx="7766936" cy="1646302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城市网格化室外空气质量检测仪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2381" y="3593635"/>
            <a:ext cx="7766936" cy="390538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</a:t>
            </a: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端硬件产品模拟器初步汇报</a:t>
            </a:r>
            <a:endParaRPr lang="en-US" altLang="zh-CN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endParaRPr lang="en-US" altLang="zh-CN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77538" y="4560125"/>
            <a:ext cx="347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小组成员：刘驿恺 范升耀 代攀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15496" y="4560125"/>
            <a:ext cx="4269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汇报时间：</a:t>
            </a:r>
            <a:r>
              <a:rPr lang="en-US" altLang="zh-CN" dirty="0"/>
              <a:t>2026.3.20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24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6997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335975"/>
            <a:ext cx="8596668" cy="4705388"/>
          </a:xfrm>
        </p:spPr>
        <p:txBody>
          <a:bodyPr>
            <a:normAutofit/>
          </a:bodyPr>
          <a:lstStyle/>
          <a:p>
            <a:pPr lvl="0"/>
            <a:r>
              <a:rPr lang="zh-CN" altLang="zh-CN" sz="2000" dirty="0"/>
              <a:t>确定</a:t>
            </a:r>
            <a:r>
              <a:rPr lang="en-US" altLang="zh-CN" sz="2000" dirty="0"/>
              <a:t>c</a:t>
            </a:r>
            <a:r>
              <a:rPr lang="zh-CN" altLang="zh-CN" sz="2000" dirty="0"/>
              <a:t>端硬件数据内容</a:t>
            </a:r>
            <a:r>
              <a:rPr lang="en-US" altLang="zh-CN" sz="2000" dirty="0"/>
              <a:t>:AQI(</a:t>
            </a:r>
            <a:r>
              <a:rPr lang="en-US" altLang="zh-CN" dirty="0"/>
              <a:t>AQI</a:t>
            </a:r>
            <a:r>
              <a:rPr lang="zh-CN" altLang="en-US" dirty="0"/>
              <a:t>就是空气质量指数，数字越小空气越好，越大代表污染越严重。</a:t>
            </a:r>
            <a:r>
              <a:rPr lang="en-US" altLang="zh-CN" sz="2000" dirty="0"/>
              <a:t>)  O</a:t>
            </a:r>
            <a:r>
              <a:rPr lang="en-US" altLang="zh-CN" sz="1000" dirty="0"/>
              <a:t>3</a:t>
            </a:r>
            <a:r>
              <a:rPr lang="en-US" altLang="zh-CN" sz="2000" dirty="0"/>
              <a:t>  pm2.5  SO</a:t>
            </a:r>
            <a:r>
              <a:rPr lang="en-US" altLang="zh-CN" sz="1000" dirty="0"/>
              <a:t>2  </a:t>
            </a:r>
            <a:r>
              <a:rPr lang="en-US" altLang="zh-CN" sz="2000" dirty="0"/>
              <a:t>NO</a:t>
            </a:r>
            <a:r>
              <a:rPr lang="en-US" altLang="zh-CN" sz="1000" dirty="0"/>
              <a:t>2 </a:t>
            </a:r>
            <a:endParaRPr lang="zh-CN" altLang="zh-CN" sz="1000" dirty="0"/>
          </a:p>
          <a:p>
            <a:pPr lvl="0"/>
            <a:r>
              <a:rPr lang="zh-CN" altLang="zh-CN" sz="2000" dirty="0"/>
              <a:t>确定数据</a:t>
            </a:r>
            <a:r>
              <a:rPr lang="zh-CN" altLang="en-US" sz="2000" dirty="0"/>
              <a:t>的</a:t>
            </a:r>
            <a:r>
              <a:rPr lang="zh-CN" altLang="zh-CN" sz="2000" dirty="0"/>
              <a:t>来源</a:t>
            </a:r>
            <a:r>
              <a:rPr lang="zh-CN" altLang="en-US" sz="2000" dirty="0"/>
              <a:t>：</a:t>
            </a:r>
            <a:r>
              <a:rPr lang="en-US" altLang="zh-CN" sz="2000" dirty="0" err="1">
                <a:hlinkClick r:id="rId2"/>
              </a:rPr>
              <a:t>重庆市空气质量数据</a:t>
            </a:r>
            <a:r>
              <a:rPr lang="en-US" altLang="zh-CN" sz="2000" dirty="0">
                <a:hlinkClick r:id="rId2"/>
              </a:rPr>
              <a:t>-GBQ</a:t>
            </a:r>
            <a:r>
              <a:rPr lang="en-US" altLang="zh-CN" sz="2000" dirty="0"/>
              <a:t> </a:t>
            </a:r>
            <a:r>
              <a:rPr lang="zh-CN" altLang="en-US" sz="2000" dirty="0"/>
              <a:t>链接如下：</a:t>
            </a:r>
            <a:endParaRPr lang="en-US" altLang="zh-CN" sz="2000" dirty="0"/>
          </a:p>
          <a:p>
            <a:pPr marL="0" lvl="0" indent="0">
              <a:buNone/>
            </a:pPr>
            <a:r>
              <a:rPr lang="en-US" altLang="zh-CN" sz="2000" dirty="0">
                <a:hlinkClick r:id="rId2"/>
              </a:rPr>
              <a:t>https://citydev.gbqyun.com/index/chongqing</a:t>
            </a:r>
            <a:endParaRPr lang="zh-CN" altLang="zh-CN" sz="2000" dirty="0"/>
          </a:p>
          <a:p>
            <a:pPr lvl="0"/>
            <a:r>
              <a:rPr lang="zh-CN" altLang="zh-CN" sz="2000" dirty="0"/>
              <a:t>下载数据，进行表格合并，并且算出均值方差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32D97C-9C96-C682-CAA0-EE46C66FC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54" y="3311995"/>
            <a:ext cx="5361355" cy="31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702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211777"/>
            <a:ext cx="2653695" cy="666997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783771"/>
            <a:ext cx="8596668" cy="5257591"/>
          </a:xfrm>
        </p:spPr>
        <p:txBody>
          <a:bodyPr/>
          <a:lstStyle/>
          <a:p>
            <a:pPr lvl="0"/>
            <a:r>
              <a:rPr lang="zh-CN" altLang="zh-CN" sz="2400" dirty="0"/>
              <a:t>使用</a:t>
            </a:r>
            <a:r>
              <a:rPr lang="en-US" altLang="zh-CN" sz="2400" dirty="0"/>
              <a:t>panda</a:t>
            </a:r>
            <a:r>
              <a:rPr lang="zh-CN" altLang="zh-CN" sz="2400" dirty="0"/>
              <a:t>库分析</a:t>
            </a:r>
            <a:r>
              <a:rPr lang="en-US" altLang="zh-CN" sz="2400" dirty="0"/>
              <a:t>excel</a:t>
            </a:r>
            <a:r>
              <a:rPr lang="zh-CN" altLang="zh-CN" sz="2400" dirty="0"/>
              <a:t>然后进一步分析数据，使用多元正态分布</a:t>
            </a:r>
            <a:r>
              <a:rPr lang="zh-CN" altLang="en-US" sz="2400" dirty="0"/>
              <a:t>和协方差矩阵</a:t>
            </a:r>
            <a:r>
              <a:rPr lang="zh-CN" altLang="zh-CN" sz="2400" dirty="0"/>
              <a:t>使得随机产生的一组数据关联性加强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99" y="1791898"/>
            <a:ext cx="7323116" cy="44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47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625FD-8E5E-6B6E-D7AF-4657C7331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数据范围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139EF4-6306-4281-DA7A-FFDABF67B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Aqi</a:t>
            </a:r>
            <a:r>
              <a:rPr lang="en-US" altLang="zh-CN" dirty="0"/>
              <a:t> 19-200 </a:t>
            </a:r>
            <a:r>
              <a:rPr lang="zh-CN" altLang="en-US" dirty="0"/>
              <a:t>均值</a:t>
            </a:r>
            <a:r>
              <a:rPr lang="en-US" altLang="zh-CN" dirty="0"/>
              <a:t>63</a:t>
            </a:r>
          </a:p>
          <a:p>
            <a:r>
              <a:rPr lang="en-US" altLang="zh-CN" dirty="0"/>
              <a:t>PM2.5</a:t>
            </a:r>
            <a:r>
              <a:rPr lang="zh-CN" altLang="en-US" dirty="0"/>
              <a:t> </a:t>
            </a:r>
            <a:r>
              <a:rPr lang="en-US" altLang="zh-CN" dirty="0"/>
              <a:t>7—155  </a:t>
            </a:r>
            <a:r>
              <a:rPr lang="zh-CN" altLang="en-US" dirty="0"/>
              <a:t>均值</a:t>
            </a:r>
            <a:r>
              <a:rPr lang="en-US" altLang="zh-CN" dirty="0"/>
              <a:t>31</a:t>
            </a:r>
          </a:p>
          <a:p>
            <a:r>
              <a:rPr lang="en-US" altLang="zh-CN" dirty="0"/>
              <a:t>O3 14-187  </a:t>
            </a:r>
            <a:r>
              <a:rPr lang="zh-CN" altLang="en-US" dirty="0"/>
              <a:t>均值</a:t>
            </a:r>
            <a:r>
              <a:rPr lang="en-US" altLang="zh-CN" dirty="0"/>
              <a:t>81</a:t>
            </a:r>
          </a:p>
          <a:p>
            <a:r>
              <a:rPr lang="en-US" altLang="zh-CN" dirty="0"/>
              <a:t>SO2 5-12  </a:t>
            </a:r>
            <a:r>
              <a:rPr lang="zh-CN" altLang="en-US" dirty="0"/>
              <a:t>均值</a:t>
            </a:r>
            <a:r>
              <a:rPr lang="en-US" altLang="zh-CN" dirty="0"/>
              <a:t>7</a:t>
            </a:r>
          </a:p>
          <a:p>
            <a:r>
              <a:rPr lang="en-US" altLang="zh-CN" dirty="0"/>
              <a:t>NO2 10-54  </a:t>
            </a:r>
            <a:r>
              <a:rPr lang="zh-CN" altLang="en-US" dirty="0"/>
              <a:t>均值</a:t>
            </a:r>
            <a:r>
              <a:rPr lang="en-US" altLang="zh-CN" dirty="0"/>
              <a:t>22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08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2689321" cy="702623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547" y="1197923"/>
            <a:ext cx="8596668" cy="3880773"/>
          </a:xfrm>
        </p:spPr>
        <p:txBody>
          <a:bodyPr>
            <a:normAutofit/>
          </a:bodyPr>
          <a:lstStyle/>
          <a:p>
            <a:pPr lvl="0"/>
            <a:r>
              <a:rPr lang="zh-CN" altLang="zh-CN" sz="3200" dirty="0"/>
              <a:t>使用</a:t>
            </a:r>
            <a:r>
              <a:rPr lang="en-US" altLang="zh-CN" sz="3200" dirty="0" err="1"/>
              <a:t>nump</a:t>
            </a:r>
            <a:r>
              <a:rPr lang="zh-CN" altLang="zh-CN" sz="3200" dirty="0"/>
              <a:t>库利用刚刚分析的结果模拟产生数据</a:t>
            </a:r>
          </a:p>
          <a:p>
            <a:r>
              <a:rPr lang="zh-CN" altLang="en-US" sz="3200" dirty="0"/>
              <a:t>                                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DE08AB-DEED-8C05-18C8-4888CE492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79" y="2241274"/>
            <a:ext cx="4394399" cy="44726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8360BE7-A232-6097-C146-5D253F30F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29" y="2047460"/>
            <a:ext cx="4232929" cy="466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0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1060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2957" y="2167247"/>
            <a:ext cx="8596668" cy="3069771"/>
          </a:xfrm>
        </p:spPr>
        <p:txBody>
          <a:bodyPr>
            <a:normAutofit fontScale="92500"/>
          </a:bodyPr>
          <a:lstStyle/>
          <a:p>
            <a:pPr lvl="0"/>
            <a:r>
              <a:rPr lang="zh-CN" altLang="zh-CN" sz="2800" dirty="0"/>
              <a:t>把数据写进</a:t>
            </a:r>
            <a:r>
              <a:rPr lang="en-US" altLang="zh-CN" sz="2800" dirty="0" err="1"/>
              <a:t>json</a:t>
            </a:r>
            <a:r>
              <a:rPr lang="zh-CN" altLang="zh-CN" sz="2800" dirty="0"/>
              <a:t>文件</a:t>
            </a:r>
          </a:p>
          <a:p>
            <a:pPr lvl="0"/>
            <a:r>
              <a:rPr lang="zh-CN" altLang="zh-CN" sz="2800" dirty="0"/>
              <a:t>购买云服务器</a:t>
            </a:r>
            <a:endParaRPr lang="en-US" altLang="zh-CN" sz="2800" b="1" dirty="0"/>
          </a:p>
          <a:p>
            <a:pPr lvl="0"/>
            <a:r>
              <a:rPr lang="zh-CN" altLang="zh-CN" sz="2800" b="1" dirty="0"/>
              <a:t>利用</a:t>
            </a:r>
            <a:r>
              <a:rPr lang="en-US" altLang="zh-CN" sz="2800" b="1" dirty="0" err="1"/>
              <a:t>git</a:t>
            </a:r>
            <a:r>
              <a:rPr lang="en-US" altLang="zh-CN" sz="2800" b="1" dirty="0"/>
              <a:t> clone</a:t>
            </a:r>
            <a:r>
              <a:rPr lang="zh-CN" altLang="zh-CN" sz="2800" b="1" dirty="0"/>
              <a:t>把</a:t>
            </a:r>
            <a:r>
              <a:rPr lang="en-US" altLang="zh-CN" sz="2800" b="1" dirty="0" err="1"/>
              <a:t>github</a:t>
            </a:r>
            <a:r>
              <a:rPr lang="zh-CN" altLang="zh-CN" sz="2800" b="1" dirty="0"/>
              <a:t>中的项目</a:t>
            </a:r>
            <a:r>
              <a:rPr lang="en-US" altLang="zh-CN" sz="2800" b="1" dirty="0"/>
              <a:t>clone</a:t>
            </a:r>
            <a:r>
              <a:rPr lang="zh-CN" altLang="zh-CN" sz="2800" b="1" dirty="0"/>
              <a:t>到</a:t>
            </a:r>
            <a:r>
              <a:rPr lang="en-US" altLang="zh-CN" sz="2800" b="1" dirty="0"/>
              <a:t>Ubuntu</a:t>
            </a:r>
            <a:r>
              <a:rPr lang="zh-CN" altLang="zh-CN" sz="2800" b="1" dirty="0"/>
              <a:t>文件夹</a:t>
            </a:r>
            <a:endParaRPr lang="zh-CN" altLang="zh-CN" sz="2800" dirty="0"/>
          </a:p>
          <a:p>
            <a:pPr lvl="0"/>
            <a:r>
              <a:rPr lang="zh-CN" altLang="zh-CN" sz="2800" b="1" dirty="0"/>
              <a:t>把模拟器运行所需的依赖库部署到</a:t>
            </a:r>
            <a:r>
              <a:rPr lang="en-US" altLang="zh-CN" sz="2800" b="1" dirty="0" err="1"/>
              <a:t>ubentu</a:t>
            </a:r>
            <a:r>
              <a:rPr lang="zh-CN" altLang="zh-CN" sz="2800" b="1" dirty="0"/>
              <a:t>服务器（困境：无法连接到官方服务器，解决办法：使用阿里镜像云）</a:t>
            </a:r>
            <a:endParaRPr lang="zh-CN" altLang="zh-CN" sz="2800" dirty="0"/>
          </a:p>
          <a:p>
            <a:pPr lvl="0"/>
            <a:r>
              <a:rPr lang="zh-CN" altLang="zh-CN" sz="2800" b="1" dirty="0"/>
              <a:t>安装</a:t>
            </a:r>
            <a:r>
              <a:rPr lang="en-US" altLang="zh-CN" sz="2800" b="1" dirty="0"/>
              <a:t> Docker </a:t>
            </a:r>
            <a:r>
              <a:rPr lang="zh-CN" altLang="zh-CN" sz="2800" b="1" dirty="0"/>
              <a:t>并配置镜像加速器（阿里云源）。</a:t>
            </a:r>
            <a:endParaRPr lang="zh-CN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543616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333708"/>
            <a:ext cx="2469627" cy="678873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193471"/>
            <a:ext cx="8596668" cy="4847892"/>
          </a:xfrm>
        </p:spPr>
        <p:txBody>
          <a:bodyPr/>
          <a:lstStyle/>
          <a:p>
            <a:r>
              <a:rPr lang="zh-CN" altLang="zh-CN" b="1" dirty="0"/>
              <a:t>编写</a:t>
            </a:r>
            <a:r>
              <a:rPr lang="en-US" altLang="zh-CN" b="1" dirty="0"/>
              <a:t> </a:t>
            </a:r>
            <a:r>
              <a:rPr lang="en-US" altLang="zh-CN" b="1" dirty="0" err="1"/>
              <a:t>Dockerfile</a:t>
            </a:r>
            <a:r>
              <a:rPr lang="en-US" altLang="zh-CN" b="1" dirty="0"/>
              <a:t> </a:t>
            </a:r>
            <a:r>
              <a:rPr lang="zh-CN" altLang="zh-CN" b="1" dirty="0"/>
              <a:t>将模拟器打包成镜像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775021" y="1869244"/>
            <a:ext cx="8030532" cy="417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047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253340"/>
            <a:ext cx="2730884" cy="678873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062843"/>
            <a:ext cx="8596668" cy="4978520"/>
          </a:xfrm>
        </p:spPr>
        <p:txBody>
          <a:bodyPr/>
          <a:lstStyle/>
          <a:p>
            <a:pPr lvl="0"/>
            <a:r>
              <a:rPr lang="zh-CN" altLang="zh-CN" b="1" dirty="0"/>
              <a:t>编写</a:t>
            </a:r>
            <a:r>
              <a:rPr lang="en-US" altLang="zh-CN" b="1" dirty="0"/>
              <a:t>requirement.txt</a:t>
            </a:r>
            <a:r>
              <a:rPr lang="zh-CN" altLang="zh-CN" b="1" dirty="0"/>
              <a:t>文件包含</a:t>
            </a:r>
            <a:r>
              <a:rPr lang="en-US" altLang="zh-CN" b="1" dirty="0"/>
              <a:t> Python </a:t>
            </a:r>
            <a:r>
              <a:rPr lang="zh-CN" altLang="zh-CN" b="1" dirty="0"/>
              <a:t>环境、依赖库和代码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77334" y="1880650"/>
            <a:ext cx="900680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4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217714"/>
            <a:ext cx="2529004" cy="732312"/>
          </a:xfrm>
        </p:spPr>
        <p:txBody>
          <a:bodyPr/>
          <a:lstStyle/>
          <a:p>
            <a:r>
              <a:rPr lang="zh-CN" altLang="en-US" dirty="0"/>
              <a:t>我们的操作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039091"/>
            <a:ext cx="8596668" cy="5002271"/>
          </a:xfrm>
        </p:spPr>
        <p:txBody>
          <a:bodyPr/>
          <a:lstStyle/>
          <a:p>
            <a:pPr lvl="0"/>
            <a:r>
              <a:rPr lang="zh-CN" altLang="zh-CN" b="1" dirty="0"/>
              <a:t>编写</a:t>
            </a:r>
            <a:r>
              <a:rPr lang="en-US" altLang="zh-CN" b="1" dirty="0"/>
              <a:t>start_simulators.sh</a:t>
            </a:r>
            <a:r>
              <a:rPr lang="zh-CN" altLang="zh-CN" b="1" dirty="0"/>
              <a:t>文件（批量启动</a:t>
            </a:r>
            <a:r>
              <a:rPr lang="en-US" altLang="zh-CN" b="1" dirty="0" err="1"/>
              <a:t>docker</a:t>
            </a:r>
            <a:r>
              <a:rPr lang="zh-CN" altLang="zh-CN" b="1" dirty="0"/>
              <a:t>）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470096"/>
            <a:ext cx="7422077" cy="482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76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72685" y="1448789"/>
            <a:ext cx="6323169" cy="343790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CN" altLang="en-US" sz="7200" dirty="0"/>
              <a:t>汇报结束</a:t>
            </a:r>
            <a:endParaRPr lang="en-US" altLang="zh-CN" sz="7200" dirty="0"/>
          </a:p>
          <a:p>
            <a:pPr marL="0" indent="0" algn="ctr">
              <a:buNone/>
            </a:pPr>
            <a:r>
              <a:rPr lang="zh-CN" altLang="en-US" sz="7200" dirty="0"/>
              <a:t>谢谢！</a:t>
            </a:r>
            <a:endParaRPr lang="en-US" altLang="zh-CN" sz="7200" dirty="0"/>
          </a:p>
          <a:p>
            <a:pPr marL="0" indent="0" algn="ctr">
              <a:buNone/>
            </a:pPr>
            <a:r>
              <a:rPr lang="zh-CN" altLang="en-US" sz="7200" dirty="0"/>
              <a:t>请老师指导</a:t>
            </a:r>
            <a:endParaRPr lang="en-US" altLang="zh-CN" sz="7200" dirty="0"/>
          </a:p>
          <a:p>
            <a:pPr marL="0" indent="0" algn="ctr">
              <a:buNone/>
            </a:pP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46139925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277</Words>
  <Application>Microsoft Office PowerPoint</Application>
  <PresentationFormat>宽屏</PresentationFormat>
  <Paragraphs>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 UI</vt:lpstr>
      <vt:lpstr>等线</vt:lpstr>
      <vt:lpstr>Arial</vt:lpstr>
      <vt:lpstr>Trebuchet MS</vt:lpstr>
      <vt:lpstr>Wingdings 3</vt:lpstr>
      <vt:lpstr>平面</vt:lpstr>
      <vt:lpstr>城市网格化室外空气质量检测仪</vt:lpstr>
      <vt:lpstr>我们的操作</vt:lpstr>
      <vt:lpstr>我们的操作</vt:lpstr>
      <vt:lpstr>数据范围</vt:lpstr>
      <vt:lpstr>我们的操作</vt:lpstr>
      <vt:lpstr>我们的操作</vt:lpstr>
      <vt:lpstr>我们的操作</vt:lpstr>
      <vt:lpstr>我们的操作</vt:lpstr>
      <vt:lpstr>我们的操作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城市网格化室外 空气质量检测仪</dc:title>
  <dc:creator>代攀8</dc:creator>
  <cp:lastModifiedBy>升耀 范</cp:lastModifiedBy>
  <cp:revision>15</cp:revision>
  <dcterms:created xsi:type="dcterms:W3CDTF">2026-03-19T14:20:24Z</dcterms:created>
  <dcterms:modified xsi:type="dcterms:W3CDTF">2026-03-20T07:43:30Z</dcterms:modified>
</cp:coreProperties>
</file>