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8"/>
  </p:notesMasterIdLst>
  <p:handoutMasterIdLst>
    <p:handoutMasterId r:id="rId9"/>
  </p:handoutMasterIdLst>
  <p:sldIdLst>
    <p:sldId id="256" r:id="rId5"/>
    <p:sldId id="258" r:id="rId6"/>
    <p:sldId id="259" r:id="rId7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48" autoAdjust="0"/>
  </p:normalViewPr>
  <p:slideViewPr>
    <p:cSldViewPr snapToGrid="0">
      <p:cViewPr varScale="1">
        <p:scale>
          <a:sx n="96" d="100"/>
          <a:sy n="96" d="100"/>
        </p:scale>
        <p:origin x="6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温度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605D28D-2CE6-4513-8566-952984E21E14}">
      <dgm:prSet phldrT="[Text]" custT="1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zh-CN" sz="17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NO</a:t>
          </a:r>
          <a:r>
            <a:rPr lang="en-US" altLang="zh-CN" sz="9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2</a:t>
          </a:r>
          <a:endParaRPr lang="zh-cn" sz="9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PM2.5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n-US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CBFB9A3-C0F1-45E7-893C-2B26B46CD3C9}">
      <dgm:prSet phldrT="[Text]"/>
      <dgm:spPr/>
      <dgm:t>
        <a:bodyPr rtlCol="0"/>
        <a:lstStyle/>
        <a:p>
          <a:pPr rtl="0"/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湿度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F945EDC-BDB8-4E43-9596-EF55F1ECE8FE}" type="parTrans" cxnId="{533E14CD-1BC7-4E61-8FB9-2EE9A85BB87C}">
      <dgm:prSet/>
      <dgm:spPr/>
      <dgm:t>
        <a:bodyPr/>
        <a:lstStyle/>
        <a:p>
          <a:endParaRPr lang="zh-CN" altLang="en-US"/>
        </a:p>
      </dgm:t>
    </dgm:pt>
    <dgm:pt modelId="{8E9076EE-42AD-45E9-9AF8-108756AC5946}" type="sibTrans" cxnId="{533E14CD-1BC7-4E61-8FB9-2EE9A85BB87C}">
      <dgm:prSet/>
      <dgm:spPr/>
      <dgm:t>
        <a:bodyPr/>
        <a:lstStyle/>
        <a:p>
          <a:endParaRPr lang="zh-CN" altLang="en-US"/>
        </a:p>
      </dgm:t>
    </dgm:pt>
    <dgm:pt modelId="{1A685A87-EAE8-4697-AE1D-0D19C189E016}">
      <dgm:prSet phldrT="[Text]"/>
      <dgm:spPr/>
      <dgm:t>
        <a:bodyPr rtlCol="0"/>
        <a:lstStyle/>
        <a:p>
          <a:pPr rtl="0"/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AQI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（空气质量）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3E4E6AF7-4BB9-478B-B584-29C149BBCE7B}" type="parTrans" cxnId="{24097E25-AF66-4CEC-8699-9CDCE1430890}">
      <dgm:prSet/>
      <dgm:spPr/>
      <dgm:t>
        <a:bodyPr/>
        <a:lstStyle/>
        <a:p>
          <a:endParaRPr lang="zh-CN" altLang="en-US"/>
        </a:p>
      </dgm:t>
    </dgm:pt>
    <dgm:pt modelId="{7A38315E-3878-4916-BBFF-8AD557B4BCAD}" type="sibTrans" cxnId="{24097E25-AF66-4CEC-8699-9CDCE1430890}">
      <dgm:prSet/>
      <dgm:spPr/>
      <dgm:t>
        <a:bodyPr/>
        <a:lstStyle/>
        <a:p>
          <a:endParaRPr lang="zh-CN" alt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319267-C71E-43C9-94E1-827D0616C7A7}" type="pres">
      <dgm:prSet presAssocID="{6750AC01-D39D-4F3A-9DC8-2A211EE986A2}" presName="text_1" presStyleLbl="node1" presStyleIdx="0" presStyleCnt="5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5"/>
      <dgm:spPr/>
    </dgm:pt>
    <dgm:pt modelId="{6B73B09C-68AF-4764-9172-E495C5F94A9E}" type="pres">
      <dgm:prSet presAssocID="{0CBFB9A3-C0F1-45E7-893C-2B26B46CD3C9}" presName="text_2" presStyleLbl="node1" presStyleIdx="1" presStyleCnt="5" custLinFactNeighborX="2257" custLinFactNeighborY="-2499">
        <dgm:presLayoutVars>
          <dgm:bulletEnabled val="1"/>
        </dgm:presLayoutVars>
      </dgm:prSet>
      <dgm:spPr/>
    </dgm:pt>
    <dgm:pt modelId="{05AAFA84-FC15-40BF-BE23-3BB62E7FE4BE}" type="pres">
      <dgm:prSet presAssocID="{0CBFB9A3-C0F1-45E7-893C-2B26B46CD3C9}" presName="accent_2" presStyleCnt="0"/>
      <dgm:spPr/>
    </dgm:pt>
    <dgm:pt modelId="{95841A42-167D-4F7D-9FEF-B8BB44A12FCD}" type="pres">
      <dgm:prSet presAssocID="{0CBFB9A3-C0F1-45E7-893C-2B26B46CD3C9}" presName="accentRepeatNode" presStyleLbl="solidFgAcc1" presStyleIdx="1" presStyleCnt="5"/>
      <dgm:spPr/>
    </dgm:pt>
    <dgm:pt modelId="{6CE28E95-11B8-491A-984A-2F8B77C2BB7E}" type="pres">
      <dgm:prSet presAssocID="{0BEF68B8-1228-47BB-83B5-7B9CD1E3F84E}" presName="text_3" presStyleLbl="node1" presStyleIdx="2" presStyleCnt="5">
        <dgm:presLayoutVars>
          <dgm:bulletEnabled val="1"/>
        </dgm:presLayoutVars>
      </dgm:prSet>
      <dgm:spPr/>
    </dgm:pt>
    <dgm:pt modelId="{301B759C-8379-4900-AD92-03C07F813F69}" type="pres">
      <dgm:prSet presAssocID="{0BEF68B8-1228-47BB-83B5-7B9CD1E3F84E}" presName="accent_3" presStyleCnt="0"/>
      <dgm:spPr/>
    </dgm:pt>
    <dgm:pt modelId="{3F8116AC-FAC3-4E95-9865-93CCFEB191B9}" type="pres">
      <dgm:prSet presAssocID="{0BEF68B8-1228-47BB-83B5-7B9CD1E3F84E}" presName="accentRepeatNode" presStyleLbl="solidFgAcc1" presStyleIdx="2" presStyleCnt="5"/>
      <dgm:spPr/>
    </dgm:pt>
    <dgm:pt modelId="{B460F324-DA71-425A-8D0F-9CA2771086BD}" type="pres">
      <dgm:prSet presAssocID="{5605D28D-2CE6-4513-8566-952984E21E14}" presName="text_4" presStyleLbl="node1" presStyleIdx="3" presStyleCnt="5">
        <dgm:presLayoutVars>
          <dgm:bulletEnabled val="1"/>
        </dgm:presLayoutVars>
      </dgm:prSet>
      <dgm:spPr/>
    </dgm:pt>
    <dgm:pt modelId="{A22F5BB9-D72E-4468-8052-339569FE9B2B}" type="pres">
      <dgm:prSet presAssocID="{5605D28D-2CE6-4513-8566-952984E21E14}" presName="accent_4" presStyleCnt="0"/>
      <dgm:spPr/>
    </dgm:pt>
    <dgm:pt modelId="{A965097E-32F1-4AB8-8C4E-2814A7596B2F}" type="pres">
      <dgm:prSet presAssocID="{5605D28D-2CE6-4513-8566-952984E21E14}" presName="accentRepeatNode" presStyleLbl="solidFgAcc1" presStyleIdx="3" presStyleCnt="5"/>
      <dgm:spPr/>
    </dgm:pt>
    <dgm:pt modelId="{8CCDB4F9-DCD7-45EF-9387-F59B019D872A}" type="pres">
      <dgm:prSet presAssocID="{1A685A87-EAE8-4697-AE1D-0D19C189E016}" presName="text_5" presStyleLbl="node1" presStyleIdx="4" presStyleCnt="5" custLinFactNeighborX="2257" custLinFactNeighborY="-2499">
        <dgm:presLayoutVars>
          <dgm:bulletEnabled val="1"/>
        </dgm:presLayoutVars>
      </dgm:prSet>
      <dgm:spPr/>
    </dgm:pt>
    <dgm:pt modelId="{8429CD65-844F-4793-A8CA-67097A970E33}" type="pres">
      <dgm:prSet presAssocID="{1A685A87-EAE8-4697-AE1D-0D19C189E016}" presName="accent_5" presStyleCnt="0"/>
      <dgm:spPr/>
    </dgm:pt>
    <dgm:pt modelId="{7B99C12C-32AE-408F-ABB6-3FDD05488056}" type="pres">
      <dgm:prSet presAssocID="{1A685A87-EAE8-4697-AE1D-0D19C189E016}" presName="accentRepeatNode" presStyleLbl="solidFgAcc1" presStyleIdx="4" presStyleCnt="5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24097E25-AF66-4CEC-8699-9CDCE1430890}" srcId="{7E5AA53B-3EEE-4DE4-BB81-9044890C2946}" destId="{1A685A87-EAE8-4697-AE1D-0D19C189E016}" srcOrd="4" destOrd="0" parTransId="{3E4E6AF7-4BB9-478B-B584-29C149BBCE7B}" sibTransId="{7A38315E-3878-4916-BBFF-8AD557B4BCAD}"/>
    <dgm:cxn modelId="{DE588833-858F-4DD5-9998-6AC7AA55ABBF}" type="presOf" srcId="{0CBFB9A3-C0F1-45E7-893C-2B26B46CD3C9}" destId="{6B73B09C-68AF-4764-9172-E495C5F94A9E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EB158D63-8036-43A1-98A9-C3C9D536BE3E}" type="presOf" srcId="{0BEF68B8-1228-47BB-83B5-7B9CD1E3F84E}" destId="{6CE28E95-11B8-491A-984A-2F8B77C2BB7E}" srcOrd="0" destOrd="0" presId="urn:microsoft.com/office/officeart/2008/layout/VerticalCurvedList"/>
    <dgm:cxn modelId="{A04C9247-7823-474D-800E-D06A3A18E64C}" type="presOf" srcId="{1A685A87-EAE8-4697-AE1D-0D19C189E016}" destId="{8CCDB4F9-DCD7-45EF-9387-F59B019D872A}" srcOrd="0" destOrd="0" presId="urn:microsoft.com/office/officeart/2008/layout/VerticalCurvedList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EDEF4F82-1237-4639-A0F7-385C1897CE66}" srcId="{7E5AA53B-3EEE-4DE4-BB81-9044890C2946}" destId="{0BEF68B8-1228-47BB-83B5-7B9CD1E3F84E}" srcOrd="2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3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A324BF-5727-47C4-A418-F50C284A5B0E}" type="presOf" srcId="{5605D28D-2CE6-4513-8566-952984E21E14}" destId="{B460F324-DA71-425A-8D0F-9CA2771086BD}" srcOrd="0" destOrd="0" presId="urn:microsoft.com/office/officeart/2008/layout/VerticalCurvedList"/>
    <dgm:cxn modelId="{533E14CD-1BC7-4E61-8FB9-2EE9A85BB87C}" srcId="{7E5AA53B-3EEE-4DE4-BB81-9044890C2946}" destId="{0CBFB9A3-C0F1-45E7-893C-2B26B46CD3C9}" srcOrd="1" destOrd="0" parTransId="{2F945EDC-BDB8-4E43-9596-EF55F1ECE8FE}" sibTransId="{8E9076EE-42AD-45E9-9AF8-108756AC5946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26D81527-088F-4F8B-83F7-1D7E1F4A1FED}" type="presParOf" srcId="{90561C55-3C6E-4D53-85E1-2C50BCDDA392}" destId="{6B73B09C-68AF-4764-9172-E495C5F94A9E}" srcOrd="3" destOrd="0" presId="urn:microsoft.com/office/officeart/2008/layout/VerticalCurvedList"/>
    <dgm:cxn modelId="{587CBB10-C1D7-4BA6-8C56-01C33EFF9360}" type="presParOf" srcId="{90561C55-3C6E-4D53-85E1-2C50BCDDA392}" destId="{05AAFA84-FC15-40BF-BE23-3BB62E7FE4BE}" srcOrd="4" destOrd="0" presId="urn:microsoft.com/office/officeart/2008/layout/VerticalCurvedList"/>
    <dgm:cxn modelId="{9BB22753-F35A-4B4A-BD50-3799941C6F88}" type="presParOf" srcId="{05AAFA84-FC15-40BF-BE23-3BB62E7FE4BE}" destId="{95841A42-167D-4F7D-9FEF-B8BB44A12FCD}" srcOrd="0" destOrd="0" presId="urn:microsoft.com/office/officeart/2008/layout/VerticalCurvedList"/>
    <dgm:cxn modelId="{78BAFC16-5DB0-4A6E-A3F9-A0B209CE6603}" type="presParOf" srcId="{90561C55-3C6E-4D53-85E1-2C50BCDDA392}" destId="{6CE28E95-11B8-491A-984A-2F8B77C2BB7E}" srcOrd="5" destOrd="0" presId="urn:microsoft.com/office/officeart/2008/layout/VerticalCurvedList"/>
    <dgm:cxn modelId="{D44EEBF0-48BD-4921-BCFD-BDC74497B9F2}" type="presParOf" srcId="{90561C55-3C6E-4D53-85E1-2C50BCDDA392}" destId="{301B759C-8379-4900-AD92-03C07F813F69}" srcOrd="6" destOrd="0" presId="urn:microsoft.com/office/officeart/2008/layout/VerticalCurvedList"/>
    <dgm:cxn modelId="{FEDE116B-7FF6-456E-A5BE-B5D87C421B61}" type="presParOf" srcId="{301B759C-8379-4900-AD92-03C07F813F69}" destId="{3F8116AC-FAC3-4E95-9865-93CCFEB191B9}" srcOrd="0" destOrd="0" presId="urn:microsoft.com/office/officeart/2008/layout/VerticalCurvedList"/>
    <dgm:cxn modelId="{2BADA06B-ADA7-40B0-BA0C-379D203DF23C}" type="presParOf" srcId="{90561C55-3C6E-4D53-85E1-2C50BCDDA392}" destId="{B460F324-DA71-425A-8D0F-9CA2771086BD}" srcOrd="7" destOrd="0" presId="urn:microsoft.com/office/officeart/2008/layout/VerticalCurvedList"/>
    <dgm:cxn modelId="{80BAD239-FA78-4921-B288-7C1CEFDD511E}" type="presParOf" srcId="{90561C55-3C6E-4D53-85E1-2C50BCDDA392}" destId="{A22F5BB9-D72E-4468-8052-339569FE9B2B}" srcOrd="8" destOrd="0" presId="urn:microsoft.com/office/officeart/2008/layout/VerticalCurvedList"/>
    <dgm:cxn modelId="{9FD42665-F6C3-40B4-A679-74CE268AD590}" type="presParOf" srcId="{A22F5BB9-D72E-4468-8052-339569FE9B2B}" destId="{A965097E-32F1-4AB8-8C4E-2814A7596B2F}" srcOrd="0" destOrd="0" presId="urn:microsoft.com/office/officeart/2008/layout/VerticalCurvedList"/>
    <dgm:cxn modelId="{1A90C764-E4F7-4AC3-8B83-28EB7A119216}" type="presParOf" srcId="{90561C55-3C6E-4D53-85E1-2C50BCDDA392}" destId="{8CCDB4F9-DCD7-45EF-9387-F59B019D872A}" srcOrd="9" destOrd="0" presId="urn:microsoft.com/office/officeart/2008/layout/VerticalCurvedList"/>
    <dgm:cxn modelId="{1884B8DD-7961-406C-9BED-EB6FF9E112FB}" type="presParOf" srcId="{90561C55-3C6E-4D53-85E1-2C50BCDDA392}" destId="{8429CD65-844F-4793-A8CA-67097A970E33}" srcOrd="10" destOrd="0" presId="urn:microsoft.com/office/officeart/2008/layout/VerticalCurvedList"/>
    <dgm:cxn modelId="{0C82847A-898F-4FBF-B14B-0F0E991123AD}" type="presParOf" srcId="{8429CD65-844F-4793-A8CA-67097A970E33}" destId="{7B99C12C-32AE-408F-ABB6-3FDD054880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3180" rIns="43180" bIns="43180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温度</a:t>
          </a:r>
          <a:endParaRPr lang="zh-cn" sz="17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338329" y="222674"/>
        <a:ext cx="6468629" cy="445634"/>
      </dsp:txXfrm>
    </dsp:sp>
    <dsp:sp modelId="{07CB3071-D555-47DA-A36A-69EB91531FD8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3B09C-68AF-4764-9172-E495C5F94A9E}">
      <dsp:nvSpPr>
        <dsp:cNvPr id="0" name=""/>
        <dsp:cNvSpPr/>
      </dsp:nvSpPr>
      <dsp:spPr>
        <a:xfrm>
          <a:off x="704946" y="879776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3180" rIns="43180" bIns="43180" numCol="1" spcCol="1270" rtlCol="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湿度</a:t>
          </a:r>
          <a:endParaRPr lang="zh-cn" sz="17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704946" y="879776"/>
        <a:ext cx="6149301" cy="445634"/>
      </dsp:txXfrm>
    </dsp:sp>
    <dsp:sp modelId="{95841A42-167D-4F7D-9FEF-B8BB44A12FCD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28E95-11B8-491A-984A-2F8B77C2BB7E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3180" rIns="43180" bIns="43180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PM2.5</a:t>
          </a:r>
          <a:endParaRPr lang="zh-cn" sz="17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755666" y="1559151"/>
        <a:ext cx="6051292" cy="445634"/>
      </dsp:txXfrm>
    </dsp:sp>
    <dsp:sp modelId="{3F8116AC-FAC3-4E95-9865-93CCFEB191B9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0F324-DA71-425A-8D0F-9CA2771086BD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3180" rIns="43180" bIns="43180" numCol="1" spcCol="1270" rtlCol="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NO</a:t>
          </a:r>
          <a:r>
            <a:rPr lang="en-US" altLang="zh-CN" sz="9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2</a:t>
          </a:r>
          <a:endParaRPr lang="zh-cn" sz="9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57658" y="2227389"/>
        <a:ext cx="6149301" cy="445634"/>
      </dsp:txXfrm>
    </dsp:sp>
    <dsp:sp modelId="{A965097E-32F1-4AB8-8C4E-2814A7596B2F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DB4F9-DCD7-45EF-9387-F59B019D872A}">
      <dsp:nvSpPr>
        <dsp:cNvPr id="0" name=""/>
        <dsp:cNvSpPr/>
      </dsp:nvSpPr>
      <dsp:spPr>
        <a:xfrm>
          <a:off x="385618" y="2884491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3180" rIns="43180" bIns="43180" numCol="1" spcCol="1270" rtlCol="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AQI</a:t>
          </a:r>
          <a:r>
            <a:rPr lang="zh-CN" altLang="en-US" sz="17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（空气质量）</a:t>
          </a:r>
          <a:endParaRPr lang="zh-cn" sz="17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385618" y="2884491"/>
        <a:ext cx="6468629" cy="445634"/>
      </dsp:txXfrm>
    </dsp:sp>
    <dsp:sp modelId="{7B99C12C-32AE-408F-ABB6-3FDD05488056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2026/3/13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2596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pPr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59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2356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4503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5957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72A88EC-3FC3-49E1-943F-D22998C8D931}" type="datetime1">
              <a:rPr lang="zh-CN" altLang="en-US" smtClean="0"/>
              <a:pPr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AE9993-1479-43FB-9378-5500D7DA1A95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BD827C9-15D0-42BB-A44D-CA4D7C8B888B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6FEC40-6EB1-4301-B311-7F1B8663B05B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9DBB7E-204F-4FEB-931A-C1A4B7B103BF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A98C9C-4E2F-4F3A-8E98-0BD95B06B95B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416A9-A7E0-48C2-8FEF-EC172DE2FCF9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E99B09-C628-416F-930D-AAA3CDFA60E1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037565-F837-48C6-BB28-74904C1126F4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B1612B-0C64-4480-A7C1-7EC71CA5DCA6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编辑母版文本样式</a:t>
            </a:r>
          </a:p>
          <a:p>
            <a:pPr lvl="1" rtl="0"/>
            <a:r>
              <a:rPr lang="zh-CN" altLang="en-US"/>
              <a:t>第二级</a:t>
            </a:r>
          </a:p>
          <a:p>
            <a:pPr lvl="2" rtl="0"/>
            <a:r>
              <a:rPr lang="zh-CN" altLang="en-US"/>
              <a:t>第三级</a:t>
            </a:r>
          </a:p>
          <a:p>
            <a:pPr lvl="3" rtl="0"/>
            <a:r>
              <a:rPr lang="zh-CN" altLang="en-US"/>
              <a:t>第四级</a:t>
            </a:r>
          </a:p>
          <a:p>
            <a:pPr lvl="4" rtl="0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CD688B3-E5CC-4AF2-96B0-9E19B59DBF0B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cn"/>
              <a:t>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1719EF4-933A-4B98-8ADA-0B9327C04B63}" type="datetime1">
              <a:rPr lang="zh-CN" altLang="en-US" smtClean="0"/>
              <a:t>2026/3/13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矩形​​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 descr="数字连接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组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zh-CN" altLang="en-US" sz="60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城市网格化室外</a:t>
            </a:r>
            <a:r>
              <a:rPr lang="zh-CN" altLang="en-US" sz="6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空气质量检测仪</a:t>
            </a:r>
            <a:endParaRPr lang="zh-cn" sz="60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algn="ctr" rtl="0"/>
            <a:r>
              <a:rPr lang="en-US" sz="2400" dirty="0">
                <a:solidFill>
                  <a:srgbClr val="7CEB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7CEB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端硬件产品模拟器选型报告</a:t>
            </a:r>
            <a:endParaRPr lang="en-US" sz="2400" dirty="0">
              <a:solidFill>
                <a:srgbClr val="7CEB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algn="ctr" rtl="0"/>
            <a:r>
              <a:rPr lang="zh-CN" altLang="en-US" sz="6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主要作用</a:t>
            </a:r>
            <a:endParaRPr lang="zh-cn" sz="6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78732" y="543598"/>
            <a:ext cx="5422390" cy="3633047"/>
          </a:xfrm>
        </p:spPr>
        <p:txBody>
          <a:bodyPr/>
          <a:lstStyle/>
          <a:p>
            <a:r>
              <a:rPr lang="zh-CN" altLang="en-US" i="1" dirty="0"/>
              <a:t>检测室外空气质量，保障市民身体健康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C26069F-817E-2AA1-FC7E-F510F2648451}"/>
              </a:ext>
            </a:extLst>
          </p:cNvPr>
          <p:cNvSpPr txBox="1">
            <a:spLocks/>
          </p:cNvSpPr>
          <p:nvPr/>
        </p:nvSpPr>
        <p:spPr>
          <a:xfrm>
            <a:off x="378732" y="1074472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数据纠错，避免数据检测错误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C8EB030-D9A3-3A14-F17E-5CE9BFDDC8B2}"/>
              </a:ext>
            </a:extLst>
          </p:cNvPr>
          <p:cNvSpPr txBox="1">
            <a:spLocks/>
          </p:cNvSpPr>
          <p:nvPr/>
        </p:nvSpPr>
        <p:spPr>
          <a:xfrm>
            <a:off x="378732" y="1575334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使数据符合重庆市气象数据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725C8A1-7027-0E4E-4824-CA05D51C0F83}"/>
              </a:ext>
            </a:extLst>
          </p:cNvPr>
          <p:cNvSpPr txBox="1">
            <a:spLocks/>
          </p:cNvSpPr>
          <p:nvPr/>
        </p:nvSpPr>
        <p:spPr>
          <a:xfrm>
            <a:off x="378732" y="2031923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i="1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18636464-9FCA-A2F4-0C1B-CA09802165AC}"/>
              </a:ext>
            </a:extLst>
          </p:cNvPr>
          <p:cNvSpPr txBox="1">
            <a:spLocks/>
          </p:cNvSpPr>
          <p:nvPr/>
        </p:nvSpPr>
        <p:spPr>
          <a:xfrm>
            <a:off x="378732" y="2031923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i="1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9C5EADB3-9148-3DFB-F4FA-E7EA61BB8E92}"/>
              </a:ext>
            </a:extLst>
          </p:cNvPr>
          <p:cNvSpPr txBox="1">
            <a:spLocks/>
          </p:cNvSpPr>
          <p:nvPr/>
        </p:nvSpPr>
        <p:spPr>
          <a:xfrm>
            <a:off x="378732" y="2150481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i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3CD4978-6DF4-5CCA-4DE2-4BD2C0104580}"/>
              </a:ext>
            </a:extLst>
          </p:cNvPr>
          <p:cNvSpPr txBox="1">
            <a:spLocks/>
          </p:cNvSpPr>
          <p:nvPr/>
        </p:nvSpPr>
        <p:spPr>
          <a:xfrm>
            <a:off x="378732" y="2091202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i="1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127C36AC-5F74-801B-A991-3D22B01460FD}"/>
              </a:ext>
            </a:extLst>
          </p:cNvPr>
          <p:cNvSpPr txBox="1">
            <a:spLocks/>
          </p:cNvSpPr>
          <p:nvPr/>
        </p:nvSpPr>
        <p:spPr>
          <a:xfrm>
            <a:off x="378732" y="2061562"/>
            <a:ext cx="5422390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发送数据至服务器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矩形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内容占位符 4" descr="数字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组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矩形​​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zh-CN" altLang="en-US" dirty="0"/>
              <a:t>数据传输内容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6" name="内容占位符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099954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技术红利设计</Template>
  <TotalTime>0</TotalTime>
  <Words>57</Words>
  <Application>Microsoft Office PowerPoint</Application>
  <PresentationFormat>宽屏</PresentationFormat>
  <Paragraphs>16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 UI</vt:lpstr>
      <vt:lpstr>Wingdings 2</vt:lpstr>
      <vt:lpstr>红利</vt:lpstr>
      <vt:lpstr>城市网格化室外空气质量检测仪</vt:lpstr>
      <vt:lpstr>主要作用</vt:lpstr>
      <vt:lpstr>数据传输内容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2026-03-11T14:39:38Z</dcterms:created>
  <dcterms:modified xsi:type="dcterms:W3CDTF">2026-03-12T16:24:22Z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